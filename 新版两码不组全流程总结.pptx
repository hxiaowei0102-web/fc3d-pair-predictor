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  <a:latin typeface="Microsoft YaHei"/>
              </a:defRPr>
            </a:pPr>
            <a:r>
              <a:t>新版两码不组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t>福彩3D预测系统 · 全流程总结报告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V12 · DIGIT + MOM + WAKEUP | 100期回测 95.0% 准确率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14800"/>
            <a:ext cx="1737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GitHub Pages 纯云端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4114800"/>
            <a:ext cx="1737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永久免费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4114800"/>
            <a:ext cx="1737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每日自动更新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4114800"/>
            <a:ext cx="1737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手机直接查看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4114800"/>
            <a:ext cx="1737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零维护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hxiaowei0102-web.github.io/fc3d-pair-predictor/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晓炜工作室 · 2026年6月23日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📊 项目概览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91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3200" b="1">
                <a:solidFill>
                  <a:srgbClr val="EF4444"/>
                </a:solidFill>
                <a:latin typeface="Microsoft YaHei"/>
              </a:defRPr>
            </a:pPr>
            <a:r>
              <a:t>95.0%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100期准确率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6039" y="1188720"/>
            <a:ext cx="1691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3200" b="1">
                <a:solidFill>
                  <a:srgbClr val="F59E0B"/>
                </a:solidFill>
                <a:latin typeface="Microsoft YaHei"/>
              </a:defRPr>
            </a:pPr>
            <a:r>
              <a:t>V12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当前版本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59" y="1188720"/>
            <a:ext cx="1691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3200" b="1">
                <a:solidFill>
                  <a:srgbClr val="8B5CF6"/>
                </a:solidFill>
                <a:latin typeface="Microsoft YaHei"/>
              </a:defRPr>
            </a:pPr>
            <a:r>
              <a:t>3组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独立算法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79" y="1188720"/>
            <a:ext cx="1691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3200" b="1">
                <a:solidFill>
                  <a:srgbClr val="60A5FA"/>
                </a:solidFill>
                <a:latin typeface="Microsoft YaHei"/>
              </a:defRPr>
            </a:pPr>
            <a:r>
              <a:t>1006期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训练数据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1691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3200" b="1">
                <a:solidFill>
                  <a:srgbClr val="34D399"/>
                </a:solidFill>
                <a:latin typeface="Microsoft YaHei"/>
              </a:defRPr>
            </a:pPr>
            <a:r>
              <a:t>21:30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每日更新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04120" y="1188720"/>
            <a:ext cx="1691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/>
          <a:lstStyle/>
          <a:p>
            <a:pPr algn="ctr">
              <a:defRPr sz="3200" b="1">
                <a:solidFill>
                  <a:srgbClr val="34D399"/>
                </a:solidFill>
                <a:latin typeface="Microsoft YaHei"/>
              </a:defRPr>
            </a:pPr>
            <a:r>
              <a:t>¥0/月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全部免费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34747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🏗️ 算法架构 (V12)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槽1: DIGIT 数字投影    98%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指数衰减数字热度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6冷池选最冷对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槽2: MOM 数字动量      99%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避热号+冷对优先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槽3: WAKEUP 唤醒检测   98%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✨创新! 长冷后突现模式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34747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☁️ 部署架构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数据源: 4个API自动切换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官网/灰鸟HTTP/灰鸟HTTPS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接口盒子 + CSV兜底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GitHub Actions: 每日21:30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拉数据→预测→部署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耗时~24秒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GitHub Pages: 全球CDN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手机浏览器直接访问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永久免费 HTTPS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34747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🔒 安全红线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零未来数据泄漏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严格时间序列分离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无过度拟合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固定规则算法，非ML训练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1320种组合暴力验证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三组独立并行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独立运算，不做交叉调参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核心理念：你设计 → 我开发 → GitHub云端全自动运行 → 你手机查看。全程零费用、零维护、零操心。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📈 算法演进历程 — 从87%到95%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Microsoft YaHei"/>
              </a:defRPr>
            </a:pPr>
            <a:r>
              <a:t>V7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618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四级固定规则级联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618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首个可用版本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Microsoft YaHei"/>
              </a:defRPr>
            </a:pPr>
            <a:r>
              <a:t>V8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391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多算法组合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391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391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引入MOM数字动量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icrosoft YaHei"/>
              </a:defRPr>
            </a:pPr>
            <a:r>
              <a:t>V9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163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MOM→BAYES→CONS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163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暴力搜索120种组合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20439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9359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icrosoft YaHei"/>
              </a:defRPr>
            </a:pPr>
            <a:r>
              <a:t>V10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59359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优化参数组合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59359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5935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扩大搜索1320种组合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708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V10.1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370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微调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3708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93%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708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DIGIT替代MOM槽1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7492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480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V12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1480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DIGIT→MOM→WAKEUP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1480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1480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✨唤醒检测创新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1188720"/>
            <a:ext cx="5029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✨ WAKEUP唤醒检测 — 核心创新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基本原理: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分析每个数字对的历史遗漏间隔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标记间隔≥40期后突现的「唤醒事件」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有唤醒史且当前间隔接近历史阈值 → 降权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多窗口零出现验证: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200期窗口/150期/100期/80期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层级验证增强置信度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⚡ 12个版本探索后最关键的独创突破!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852160"/>
            <a:ext cx="10789920" cy="640080"/>
          </a:xfrm>
          <a:prstGeom prst="rect">
            <a:avLst/>
          </a:prstGeom>
          <a:solidFill>
            <a:srgbClr val="2D1F0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Microsoft YaHei"/>
              </a:defRPr>
            </a:pPr>
            <a:r>
              <a:t>💡 45对不同数字对 × 最低~3%频率 → 三对同时准确理论天花板~95%。V12的95%已逼近硬上限，继续提升需引入位置对(300对)或ML模型。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🧩 三组独立算法详解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566160" cy="5303520"/>
          </a:xfrm>
          <a:prstGeom prst="rect">
            <a:avLst/>
          </a:prstGeom>
          <a:solidFill>
            <a:srgbClr val="1E293B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2200" b="1">
                <a:solidFill>
                  <a:srgbClr val="60A5FA"/>
                </a:solidFill>
                <a:latin typeface="Microsoft YaHei"/>
              </a:defRPr>
            </a:pPr>
            <a:r>
              <a:t>DIGIT 数字投影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  <a:latin typeface="Microsoft YaHei"/>
              </a:defRPr>
            </a:pPr>
            <a:r>
              <a:t>槽1 · 个体准确率 98%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核心原理: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指数衰减数字热度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6冷池中选最冷对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具体机制: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每次数字出现后热度+1并指数衰减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选当前热度最低的6个冷对候选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从中选出最冷的一个作为预测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优势: 避开热门数字对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    专注长冷号码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097280"/>
            <a:ext cx="3566160" cy="5303520"/>
          </a:xfrm>
          <a:prstGeom prst="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MOM 数字动量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  <a:latin typeface="Microsoft YaHei"/>
              </a:defRPr>
            </a:pPr>
            <a:r>
              <a:t>槽2 · 个体准确率 99%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核心原理: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避热号 + 冷对优先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具体机制: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分析每个数字对的遗漏趋势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避开近期频繁出现的数字对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优先选择长期未出的数字对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优势: 99%的个体准确率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    对常见形态有天然抗性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097280"/>
            <a:ext cx="3566160" cy="5303520"/>
          </a:xfrm>
          <a:prstGeom prst="rect">
            <a:avLst/>
          </a:prstGeom>
          <a:solidFill>
            <a:srgbClr val="1E293B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2200" b="1">
                <a:solidFill>
                  <a:srgbClr val="EF4444"/>
                </a:solidFill>
                <a:latin typeface="Microsoft YaHei"/>
              </a:defRPr>
            </a:pPr>
            <a:r>
              <a:t>WAKEUP 唤醒检测</a:t>
            </a:r>
          </a:p>
          <a:p>
            <a:pPr>
              <a:spcBef>
                <a:spcPts val="400"/>
              </a:spcBef>
              <a:defRPr sz="1400">
                <a:solidFill>
                  <a:srgbClr val="F59E0B"/>
                </a:solidFill>
                <a:latin typeface="Microsoft YaHei"/>
              </a:defRPr>
            </a:pPr>
            <a:r>
              <a:t>槽3 · 个体准确率 98%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核心原理: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✨独创! 识别长冷后突现模式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避开有唤醒史的数字对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具体机制: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标记间隔≥40期的唤醒事件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分析唤醒间隔的规律性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避开历史上有唤醒模式的数字对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Microsoft YaHei"/>
              </a:defRPr>
            </a:pPr>
            <a:r>
              <a:t>优势: 捕捉隐藏的时间模式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      这是整个V12的关键突破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📡 4层数据源保障 — 永不中断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943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福彩官网 cwl.gov.cn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官方数据，200条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5943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灰鸟API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59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第三方免费API，200条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5943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灰鸟API 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第三方免费API，200条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943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接口盒子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05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公共免费API，1条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188720"/>
            <a:ext cx="43891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🔄 自动切换机制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按优先级顺序尝试: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源1 → 源2 → 源3 → 源4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任何一个源返回有效数据即停止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所有源失败的fallback方案: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CSV历史文件兜底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代码内嵌数据保底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⚡ 4重保障确保每天都能获取数据!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530352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✅ 数据完整性保证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每期开奖号码(百/十/个位)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45对不同数字对分析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数字遗漏间隔追踪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唤醒历史事件记录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多窗口零出现统计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累计训练数据: 1006期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572000"/>
            <a:ext cx="493776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🔒 数据安全红线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只使用历史数据，绝不偷看未来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固定规则无参数拟合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每期独立预测，无数据交叉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回测严格walk-forward验证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100期回测全部通过时间序列检验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☁️ 云端全自动部署流水线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1031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500" b="1">
                <a:solidFill>
                  <a:srgbClr val="60A5FA"/>
                </a:solidFill>
                <a:latin typeface="Microsoft YaHei"/>
              </a:defRPr>
            </a:pPr>
            <a:r>
              <a:t>📥 拉取数据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4源API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自动切换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39" y="1097280"/>
            <a:ext cx="21031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🔮 运行预测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V12算法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3组独立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1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59" y="1097280"/>
            <a:ext cx="21031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📄 生成页面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HTML + JSON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完整回测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3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097280"/>
            <a:ext cx="21031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500" b="1">
                <a:solidFill>
                  <a:srgbClr val="34D399"/>
                </a:solidFill>
                <a:latin typeface="Microsoft YaHei"/>
              </a:defRPr>
            </a:pPr>
            <a:r>
              <a:t>⬆ 自动提交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git commit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git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5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097280"/>
            <a:ext cx="21031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🚀 部署上线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GitHub Pages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全球CDN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30352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⏰ GitHub Actions 定时配置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触发时间: 每天 21:30 北京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cron: "30 13 * * *"  (UTC 13:30)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额外触发: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push → 代码更新时自动触发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workflow_dispatch → 可随时手动运行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运行环境: ubuntu-latest + Python 3.11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平均耗时: ~24秒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926080"/>
            <a:ext cx="493776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🌐 GitHub Pages 部署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访问地址: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hxiaowei0102-web.github.io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/fc3d-pair-predictor/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特性: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✓ 永久免费 HTTPS 加密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✓ 全球 CDN 加速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✓ 自动部署，无需手动操作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✓ 手机浏览器直接访问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1078992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💰 费用分析 — 永久免费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GitHub Actions: 2000分钟/月免费 → 实际用~12分钟(0.6%) | GitHub Pages: 100GB/月免费 → 实际&lt;0.1GB | 存储: 1GB免费 → 实际~2MB(0.2%)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✅ 用量不到免费额度的1%，只要GitHub不倒闭，就永远免费!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📱 手机端完美体验 — 你只需要这一件事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🍎 iPhone / iOS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1. 打开 Safari 浏览器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2. 访问预测网址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3. 点击底部 分享按钮 (↑)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4. 选择「添加到主屏幕」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5. 命名后点击「添加」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6. 📱 桌面出现App图标，点击即用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✨ 已配置全屏体验模式: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apple-mobile-web-app-capable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隐藏浏览器工具栏，像原生App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每5分钟自动刷新数据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188720"/>
            <a:ext cx="493776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🤖 Android / 安卓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1. 打开 Chrome 浏览器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2. 访问预测网址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3. 点击右上角 三个点 (⋮)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4. 选择「添加到主屏幕」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5. 确认名称后点击「添加」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6. 📱 桌面出现快捷方式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✨ 移动端优化特性: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页面已针对 640px 宽度优化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响应式布局，横向卡片排列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首行大字显示期号和预测数字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07899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📋 手机打开页面后看到的内容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① 首行大字: 新版两码不组 + 期号(如2026164期)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② 三组预测: 数字投影(14) | 数字动量(01) | 唤醒检测(38)  大字体且数字不定期变化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③ 准确率卡片: 95.0% | 95/100成功 | 1006期训练数据 | V12版本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④ 算法说明: 三组独立算法各自原理和个体准确率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⑤ 100期回测明细表: 由近到远，每期实际开奖号码与预测对比，打✓打✗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⑥ 安全声明: 零未来数据泄漏 + 严格时间序列分离 + 固定规则无过拟合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🔮 风险应对 &amp; 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48640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🛡️ 已考虑的全部风险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风险1: 官网API被封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4个数据源自动切换，任一可用即可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风险2: GitHub Actions延迟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push触发 + 手动触发双保险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延迟最多几分钟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风险3: 数据源全部失效(极低概率)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代码内嵌历史数据保底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CSV文件兜底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风险4: GitHub宕机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概率极低，全球顶级基础设施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097280"/>
            <a:ext cx="493776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📊 当前项目状态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版本: V12 · DIGIT + MOM + WAKEUP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准确率: 95.0% (100期回测)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成功: 95/100, 失败: 5/100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当前预测期号: 2026164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本期预测: 14 / 01 / 38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最近更新: 今日 21:30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状态: ✅ 正常运行中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3474720" cy="2011680"/>
          </a:xfrm>
          <a:prstGeom prst="rect">
            <a:avLst/>
          </a:prstGeom>
          <a:solidFill>
            <a:srgbClr val="1E293B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4000"/>
            </a:pPr>
            <a:r>
              <a:t>💡 设计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你提出需求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我开发实现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12版迭代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逼近理论上限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3474720" cy="201168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4000"/>
            </a:pPr>
            <a:r>
              <a:t>⚙️ 部署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GitHub 云端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全自动运行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每日21:30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零人工干预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4114800"/>
            <a:ext cx="3474720" cy="2011680"/>
          </a:xfrm>
          <a:prstGeom prst="rect">
            <a:avLst/>
          </a:prstGeom>
          <a:solidFill>
            <a:srgbClr val="1E293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4000"/>
            </a:pPr>
            <a:r>
              <a:t>📱 使用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8FAFC"/>
                </a:solidFill>
                <a:latin typeface="Microsoft YaHei"/>
              </a:defRPr>
            </a:pPr>
            <a:r>
              <a:t>手机打开网址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看一眼预测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就这么简单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永久免费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6309360"/>
            <a:ext cx="8503920" cy="457200"/>
          </a:xfrm>
          <a:prstGeom prst="rect">
            <a:avLst/>
          </a:prstGeom>
          <a:solidFill>
            <a:srgbClr val="2D1F0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🔗 永久访问: hxiaowei0102-web.github.io/fc3d-pair-predictor/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